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4c7cb16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4c7cb16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4c7cb16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4c7cb16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4c7cb167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4c7cb167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4c7cb16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4c7cb16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4c7cb167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4c7cb167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4c7cb167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4c7cb167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4c7cb167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4c7cb167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4c7cb16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4c7cb16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4c7cb167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4c7cb167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4c7cb167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4c7cb167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4c7cb167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4c7cb167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4c7cb167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4c7cb167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4c7cb167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4c7cb167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c7cb167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4c7cb167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4c7cb167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4c7cb167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4c7cb167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4c7cb167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4c7cb167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4c7cb167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4c7cb167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4c7cb167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4c7cb167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4c7cb167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4c7cb167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4c7cb167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4c7cb167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4c7cb167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4c7cb167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4c7cb167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lp.unibuc.ro/resources.html#ENNTT" TargetMode="External"/><Relationship Id="rId4" Type="http://schemas.openxmlformats.org/officeDocument/2006/relationships/hyperlink" Target="https://github.com/senisioi/enntt-releas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kristopherkyle/lexical_diversit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Анализ корпуса текстов носителей, не носителей и переводных текстов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Europarl Corpus of Native, Non-native and Translated Texts - ENNTT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Корпус ENNTT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homepage: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https://nlp.unibuc.ro/resources.html#ENNTT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Dataset: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https://github.com/senisioi/enntt-release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“A Corpus of Native, Non-native and Translated Texts”, LREC, 2016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Natives: 116341 rows, UK and Ireland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Non-natives: 29734 rows, 25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Translations: 738597 rows, 25 languages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4950"/>
            <a:ext cx="3593800" cy="334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8300" y="76200"/>
            <a:ext cx="53340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Инструментарий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NLTK (stopwords, bigrams, collocations, FreqDist)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Stanza</a:t>
            </a:r>
            <a:r>
              <a:rPr lang="en"/>
              <a:t> (tokenize, pos, lemma)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</a:t>
            </a:r>
            <a:r>
              <a:rPr lang="en"/>
              <a:t>exical-diversity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https://github.com/kristopherkyle/lexical_diversity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Matplotlib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WordCloud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Лексическое разнообразие (TTR)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900" y="1274750"/>
            <a:ext cx="4261349" cy="31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41825"/>
            <a:ext cx="4316900" cy="323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13" y="182750"/>
            <a:ext cx="8829167" cy="47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Частоты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33363"/>
            <a:ext cx="5524500" cy="49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528638"/>
            <a:ext cx="756285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528625"/>
            <a:ext cx="756285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800" y="404800"/>
            <a:ext cx="64579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814387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8200" y="1339225"/>
            <a:ext cx="2160300" cy="24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150" y="404813"/>
            <a:ext cx="61150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725" y="404813"/>
            <a:ext cx="572452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75" y="404800"/>
            <a:ext cx="583882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404813"/>
            <a:ext cx="571500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480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480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480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480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557213"/>
            <a:ext cx="60769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Collocations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612" y="1117225"/>
            <a:ext cx="5990775" cy="402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557213"/>
            <a:ext cx="63531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557213"/>
            <a:ext cx="60388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 за внимание!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